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Automated DevSecOps CI/CD</a:t>
            </a:r>
            <a:br/>
            <a:r>
              <a:t>Starter Kit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00D4AA"/>
                </a:solidFill>
              </a:defRPr>
            </a:pPr>
            <a:r>
              <a:t>End-to-End Pipeline Automation with Security Scanning</a:t>
            </a:r>
            <a:br/>
            <a:r>
              <a:t>Flask • Jenkins • Docker • Kubernetes • Trivy • Checkov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Setting up DevSecOps pipelines manually is time-consuming and error-prone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Teams often skip security scanning due to complexity of tool integration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Kubernetes manifests lack security best practices by default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No standardized way to onboard new projects with CI/CD + security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Credential management across Git, Docker, and K8s is fragile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Solution: Automated Starter Kit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Web-based form collects project metadata (runtime, registry, namespace, etc.)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Generates complete DevSecOps artifacts: Dockerfile, Jenkinsfile, K8s manifests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Full automation mode: pushes to Git, configures Jenkins, triggers build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Security-hardened defaults: non-root containers, resource limits, network policies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Supports Python, Node.js, Java, and Go runtimes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Configurable vulnerability scanning with skip option for faster iterations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2011680" cy="1097280"/>
          </a:xfrm>
          <a:prstGeom prst="roundRect">
            <a:avLst/>
          </a:prstGeom>
          <a:solidFill>
            <a:srgbClr val="2A2A4E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Web Form</a:t>
            </a:r>
            <a:br/>
            <a:r>
              <a:t>(Flask UI)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286000"/>
            <a:ext cx="2011680" cy="1097280"/>
          </a:xfrm>
          <a:prstGeom prst="roundRect">
            <a:avLst/>
          </a:prstGeom>
          <a:solidFill>
            <a:srgbClr val="2A2A4E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Generator</a:t>
            </a:r>
            <a:br/>
            <a:r>
              <a:t>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371600"/>
            <a:ext cx="2011680" cy="1097280"/>
          </a:xfrm>
          <a:prstGeom prst="roundRect">
            <a:avLst/>
          </a:prstGeom>
          <a:solidFill>
            <a:srgbClr val="2A2A4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Git Push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3200400"/>
            <a:ext cx="2011680" cy="1097280"/>
          </a:xfrm>
          <a:prstGeom prst="roundRect">
            <a:avLst/>
          </a:prstGeom>
          <a:solidFill>
            <a:srgbClr val="2A2A4E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Jenkins</a:t>
            </a:r>
            <a:br/>
            <a:r>
              <a:t>Config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2286000"/>
            <a:ext cx="2011680" cy="1097280"/>
          </a:xfrm>
          <a:prstGeom prst="roundRect">
            <a:avLst/>
          </a:prstGeom>
          <a:solidFill>
            <a:srgbClr val="2A2A4E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Jenkins</a:t>
            </a:r>
            <a:br/>
            <a:r>
              <a:t>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0" y="2286000"/>
            <a:ext cx="2011680" cy="1097280"/>
          </a:xfrm>
          <a:prstGeom prst="roundRect">
            <a:avLst/>
          </a:prstGeom>
          <a:solidFill>
            <a:srgbClr val="2A2A4E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K8s</a:t>
            </a:r>
            <a:br/>
            <a:r>
              <a:t>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651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D4AA"/>
                </a:solidFill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0116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D4AA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1089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D4AA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651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D4AA"/>
                </a:solidFill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CCCCC"/>
                </a:solidFill>
              </a:defRPr>
            </a:pPr>
            <a:r>
              <a:t>Pipeline Stages: Checkout → Install → Test → Build → Scan → SBOM → IaC Check → Push → Deploy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Runtime-aware multi-stage Dockerfiles (Python, Node.js, Java, Go)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Jenkins Pipeline or GitHub Actions generation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Trivy dependency + container vulnerability scanning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Syft SBOM (Software Bill of Materials) generation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Checkov IaC scanning with configurable skip rules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Kubernetes: Deployment, Service, ConfigMap, Secret, Ingress, HPA, NetworkPolicy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Multi-module support (monorepo with multiple services)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ZIP download or full Git push + Jenkins automation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Web Interface (Flask UI)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Project configuration: name, runtime, CI system, build environment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Container settings: registry, image name, namespace, port, replicas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Security options: vulnerability gate severity, skip scan toggle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Kubernetes artifacts: Ingress, HPA, NetworkPolicy checkboxes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Multi-module support: add frontend/backend services dynamically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Git automation: branch, username, token, author info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Jenkins automation: URL, credentials, job name, trigger build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Deployment credentials: Docker registry, kubeconfig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CCCCCC"/>
                </a:solidFill>
              </a:defRPr>
            </a:pPr>
            <a:r>
              <a:t>Screenshot: Form at http://127.0.0.1:5000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CI/CD Pipeline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1. Checkout  —  Clone source from Git repository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2. Install Dependencies  —  pip install / npm ci / mvn resolve / go mod download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3. Unit Test  —  pytest / npm test / mvn test / go test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4. Build Image  —  Docker multi-stage build with security hardening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5. Dependency Scan  —  Trivy filesystem scan for vulnerable packages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6. Container Scan  —  Trivy image scan (HIGH/CRITICAL, ignore unfixed)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7. SBOM Generation  —  Syft produces SPDX JSON software bill of materials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8. IaC Scan  —  Checkov validates Kubernetes manifests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9. Push to Registry  —  Docker login + push tagged image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10. Deploy to K8s  —  kubectl apply with kubeconfig credentials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AA"/>
                </a:solidFill>
              </a:defRPr>
            </a:pPr>
            <a:r>
              <a:t>Generated Jenkinsfile (VM Mode)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5303520"/>
          </a:xfrm>
          <a:prstGeom prst="roundRect">
            <a:avLst/>
          </a:prstGeom>
          <a:solidFill>
            <a:srgbClr val="0D0D1A"/>
          </a:solidFill>
          <a:ln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pipeline {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  agent any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  environment {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    IMAGE_NAME = "docker.io/sivanext/netflix_clone:${BUILD_NUMBER}"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    LATEST_IMAGE = "docker.io/sivanext/netflix_clone:latest"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    DOCKER_REGISTRY = "docker.io"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    NAMESPACE = "devsecops"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    TRIVY_SEVERITY = "HIGH,CRITICAL"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  stages {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    stage('Checkout')            { steps { checkout scm } }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    stage('Install Dependencies') { steps { sh 'pip install -r requirements.txt' } }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    stage('Unit Test')           { steps { sh 'python -m pytest' } }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    stage('Build Image')         { steps { sh 'docker build -t ${IMAGE_NAME} .' } }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    stage('Dependency Scan')     { steps { sh 'trivy fs --exit-code 1 ...' } }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    stage('Container Scan')      { steps { sh 'trivy image --ignore-unfixed ...' } }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    stage('SBOM')                { steps { sh 'syft ${IMAGE_NAME} -o spdx-json=...' } }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    stage('IaC Scan')            { steps { sh 'checkov -d k8s --config-file ...' } }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    stage('Push')                { steps { sh 'docker push ${IMAGE_NAME}' } }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    stage('Deploy')              { steps { sh 'kubectl apply -n ${NAMESPACE} ...' } }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Generated Kubernetes Manifests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Deployment: namespace, runAsNonRoot, runAsUser: 10001, readOnlyRootFilesystem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→ imagePullPolicy: Always, automountServiceAccountToken: false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→ Resource limits (CPU: 500m, Memory: 512Mi), health probes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Service: ClusterIP with proper namespace and labels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ConfigMap &amp; Secret: namespaced, secrets via secretKeyRef (not envFrom)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Ingress: nginx class, SSL redirect, host-based routing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HPA: CPU-based autoscaling (70% threshold, max 6 replicas)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NetworkPolicy: restrict ingress to app port, allow egress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CCCCCC"/>
                </a:solidFill>
              </a:defRPr>
            </a:pPr>
            <a:r>
              <a:t>All manifests include namespace from form input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Security Scanning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Trivy Filesystem Scan: checks requirements.txt / package.json for CVEs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Trivy Container Scan: scans built image, --ignore-unfixed for base OS CVEs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Severity gate: configurable (CRITICAL only, HIGH+CRITICAL, or MEDIUM+)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Syft SBOM: generates SPDX JSON for supply chain transparency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Checkov IaC: validates K8s manifests against CIS benchmarks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→ .checkov.yaml skips acceptable checks (image tag, digest)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→ soft-fail mode: reports findings without blocking pipeline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Skip option: checkbox to bypass all scans for faster dev iterations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Full Automation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1. User fills form with Git, Jenkins, Docker, and K8s credentials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2. Generator renders all artifacts (Dockerfile, Jenkinsfile, K8s YAMLs)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3. Clones existing repo, writes artifacts on top of user's source code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4. Commits and pushes to specified branch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5. Creates Jenkins credentials (Git token, Docker creds, kubeconfig)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6. Creates or updates Jenkins Pipeline job pointing to repo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7. Optionally triggers first build immediately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8. Credentials are NOT stored in the repository — only in Jenkins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Demo: Pipeline Execution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✅ Checkout — cloned from GitHub successfully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✅ Install Dependencies — pip install requirements.txt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✅ Unit Test — 5 tests passed (pytest)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✅ Build Image — Docker multi-stage build, tagged with build number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✅ Dependency Scan — 0 vulnerabilities in requirements.txt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✅ Container Scan — 0 fixable HIGH/CRITICAL in image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✅ SBOM — SPDX JSON archived as build artifact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✅ IaC Scan — Checkov soft-fail, findings reported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✅ Push — Image pushed to Docker Hub (sivanext/netflix_clone)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✅ Deploy — kubectl apply to Kubernetes namespace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CCCCCC"/>
                </a:solidFill>
              </a:defRPr>
            </a:pPr>
            <a:r>
              <a:t>Build #5 — Finished: SUCCESS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Backend: Python Flask + Jinja2 templating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Frontend: HTML/CSS form with vanilla JavaScript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CI/CD: Jenkins Pipeline (Declarative) / GitHub Actions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Containerization: Docker multi-stage builds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Security: Trivy (vuln scan), Syft (SBOM), Checkov (IaC)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Orchestration: Kubernetes (Deployment, Service, Ingress, HPA, NetworkPolicy)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SCM: Git (automated push with token auth)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Registry: Docker Hub / any OCI-compatible registry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AA"/>
                </a:solidFill>
              </a:defRPr>
            </a:pPr>
            <a:r>
              <a:t>Project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5303520"/>
          </a:xfrm>
          <a:prstGeom prst="roundRect">
            <a:avLst/>
          </a:prstGeom>
          <a:solidFill>
            <a:srgbClr val="0D0D1A"/>
          </a:solidFill>
          <a:ln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DevOps Automation/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├── app.py                          # Flask application + automation logic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├── requirements.txt                # Python dependencies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├── templates/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│   ├── index.html                  # Web form UI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│   ├── result.html                 # Automation result page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│   └── artifacts/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│       ├── Jenkinsfile.j2          # Single-module pipeline template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│       ├── Jenkinsfile.multimodule.j2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│       ├── dockerfile.python.j2    # Runtime-specific Dockerfiles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│       ├── dockerfile.node.j2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│       ├── dockerfile.java.j2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│       ├── dockerfile.go.j2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│       ├── checkov.yaml.j2         # Checkov skip config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│       ├── github-actions.yml.j2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│       └── k8s/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│           ├── deployment.yaml.j2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│           ├── service.yaml.j2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│           ├── configmap.yaml.j2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│           ├── ingress.yaml.j2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│           ├── hpa.yaml.j2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│           └── networkpolicy.yaml.j2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└── static/</a:t>
            </a:r>
          </a:p>
          <a:p>
            <a:pPr>
              <a:spcAft>
                <a:spcPts val="200"/>
              </a:spcAft>
              <a:defRPr sz="1300">
                <a:solidFill>
                  <a:srgbClr val="AAFFAA"/>
                </a:solidFill>
                <a:latin typeface="Consolas"/>
              </a:defRPr>
            </a:pPr>
            <a:r>
              <a:t>    └── styles.css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Container image signing with Cosign/Sigstore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Integration with AWS ECR, GCR, and Azure ACR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ArgoCD/Flux GitOps deployment support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Helm chart generation as alternative to raw K8s manifests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Secret management integration (AWS Secrets Manager, HashiCorp Vault)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Admission controller policies (OPA Gatekeeper / Kyverno)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Multi-environment support (dev/staging/production)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Dashboard for pipeline status and security posture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00D4AA"/>
                </a:solidFill>
              </a:defRPr>
            </a:pPr>
            <a:r>
              <a:t>Automated DevSecOps CI/CD Starter Kit Generator</a:t>
            </a:r>
            <a:br/>
            <a:r>
              <a:t>GitHub: github.com/Sivanext2011/GitOpsAutomation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